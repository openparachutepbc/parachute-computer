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building</a:t>
            </a:r>
            <a:br/>
            <a:r>
              <a:t>personal AI computers.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Over 100 million people already pay $20+/month for AI.</a:t>
            </a:r>
            <a:br/>
            <a:r>
              <a:t>OpenClaw. Claude Cowork. ZoComputer. Perplexity Computer. Manus.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But they’re building walled gardens — and only for the 5% who are already power users.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 other 95% just want</a:t>
            </a:r>
            <a:br/>
            <a:r>
              <a:t>something that works.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The artist who wants to organize creative ideas.</a:t>
            </a:r>
            <a:br/>
            <a:r>
              <a:t>The small business owner tracking their days.</a:t>
            </a:r>
            <a:br/>
            <a:r>
              <a:t>The parent who wants a better way to remember and reflect.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They need a system that learns them —</a:t>
            </a:r>
            <a:br/>
            <a:r>
              <a:t>not one that demands they learn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Computer.</a:t>
            </a:r>
            <a:br/>
            <a:r>
              <a:t>The personal AI you can trust.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186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00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 source (AGPL-3.0) · local-first · self-hostable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2160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703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Your data stays on your device — portable and exportable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245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062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Knowledge graph connects your journals, conversations, and thinking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274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Public Benefit Corporation — legally mandated to serve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03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Software gets cloned in a day.</a:t>
            </a:r>
            <a:br/>
            <a:r>
              <a:t>Trust and context cannot.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6035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Georgia"/>
              </a:defRPr>
            </a:pPr>
            <a:r>
              <a:t>But most people don’t want to self-host a server.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AI weaves through gently:</a:t>
            </a:r>
            <a:br/>
            <a:r>
              <a:t>  ·  Daily reflections on your entries</a:t>
            </a:r>
            <a:br/>
            <a:r>
              <a:t>  ·  Pattern recognition over time</a:t>
            </a:r>
            <a:br/>
            <a:r>
              <a:t>  ·  Weekly synthesis of your thinking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943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Calibri"/>
              </a:defRPr>
            </a:pPr>
            <a:r>
              <a:t>No learning curve. No technical sophistication required.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Go for a walk. Talk.</a:t>
            </a:r>
            <a:br/>
            <a:r>
              <a:t>Your thoughts become structured</a:t>
            </a:r>
            <a:br/>
            <a:r>
              <a:t>knowledge by the time you’re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day you use Parachute, your AI gets meaningfully better.</a:t>
            </a:r>
            <a:br/>
            <a:r>
              <a:t>No competitor can shortcut months of accumulated personal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Start journaling in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Upgrade to Parachute Computer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Brain ingests your history instantly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System already knows you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363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6576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685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sync across devices. Your notes everywhere.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2336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transcription + cleanup — server-side, better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663440"/>
            <a:ext cx="9601200" cy="50292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47823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AI reflections, synthesis, and pattern surfacing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035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$40/mo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53309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Hosted Parachute Computer — full agentic platform with bundled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alibri"/>
              </a:defRPr>
            </a:pPr>
            <a:r>
              <a:t>Free tier has zero hosting cost. AI at $10/mo uses cost-efficient models.</a:t>
            </a:r>
            <a:br/>
            <a:r>
              <a:t>Margins are real and improve as model costs drop.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017520"/>
          <a:ext cx="7498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+ sync users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~$7/mo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~$9/mo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~$12/mo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~$42K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~$540K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~$3.6M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costs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Infra + COGS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~$130K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Total opex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~$165K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~$530K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~$1.3M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Year two approaches breakeven. Year three clearly profitable as tier mix shifts upward.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10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91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Working app with local voice transcription + graph-native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7673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749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Multi-platform: phone, Telegram, Discord, Matrix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2245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206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Functional pendant prototype (on stage today)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6817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Daily beta launching this month · PBC incorporated in Colorado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017520"/>
            <a:ext cx="4572000" cy="2926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657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886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43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72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Computer co-lead · Founding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257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486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715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hire</a:t>
            </a:r>
            <a:br/>
            <a:r>
              <a:t>the core team.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Open source. Local-first.</a:t>
            </a:r>
            <a:br/>
            <a:r>
              <a:t>Balance and choice — from the foundation.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Boulder, 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