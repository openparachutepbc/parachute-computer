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racing to build</a:t>
            </a:r>
            <a:br/>
            <a:r>
              <a:t>your AI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OpenClaw. Claude Cowork. ZoComputer. Perplexity Computer. Manus.</a:t>
            </a:r>
            <a:br/>
            <a:r>
              <a:t>Over 100 million people already pay $20+/month for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Features get cloned in weeks. It’s a race to the bottom. So we stopped trying to win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Memory is shallow.</a:t>
            </a:r>
            <a:br/>
            <a:r>
              <a:t>Capture is broken.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These platforms all have memory now — but it’s shallow.</a:t>
            </a:r>
            <a:br/>
            <a:r>
              <a:t>Basically one big text file. It remembers your name,</a:t>
            </a:r>
            <a:br/>
            <a:r>
              <a:t>not six months of your thinking.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And there’s a deeper problem: how your thinking gets into</a:t>
            </a:r>
            <a:br/>
            <a:r>
              <a:t>the system. You can talk to your AI, but that’s a conversation —</a:t>
            </a:r>
            <a:br/>
            <a:r>
              <a:t>the AI is always in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Tools that help us think for ourselves — not just think with AI —</a:t>
            </a:r>
            <a:br/>
            <a:r>
              <a:t>produce the quality of thinking that makes AI most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Simple for humans. Native for AI.</a:t>
            </a:r>
            <a:br/>
            <a:r>
              <a:t>No learning curve. Just talk.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Press a button. Talk.</a:t>
            </a:r>
            <a:br/>
            <a:r>
              <a:t>Your thoughts are transcribed and</a:t>
            </a:r>
            <a:br/>
            <a:r>
              <a:t>structured by the time you’re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AGENT-NATIVE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Don’t compete with agents.</a:t>
            </a:r>
            <a:br/>
            <a:r>
              <a:t>Build the tool layer they all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Your data lives in a graph database organized around</a:t>
            </a:r>
            <a:br/>
            <a:r>
              <a:t>three primitives: Things, Tags, and Tools.</a:t>
            </a:r>
            <a:br/>
            <a:br/>
            <a:r>
              <a:t>The whole system speaks MCP — the open standard</a:t>
            </a:r>
            <a:br/>
            <a:r>
              <a:t>for connecting AI to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AI can read, search, and create structure.</a:t>
            </a:r>
            <a:br/>
            <a:r>
              <a:t>People nodes. Project nodes. A living knowledge graph.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743200"/>
            <a:ext cx="45720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Parachute Daily  ·  Pendant  · 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611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A7C59"/>
                </a:solidFill>
                <a:latin typeface="Courier New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160520"/>
            <a:ext cx="4023360" cy="50292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7C59"/>
                </a:solidFill>
                <a:latin typeface="Calibri"/>
              </a:defRPr>
            </a:pPr>
            <a:r>
              <a:t>Parachute Server — Things · Tags ·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09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A9690"/>
                </a:solidFill>
                <a:latin typeface="Courier New"/>
              </a:defRPr>
            </a:pPr>
            <a:r>
              <a:t>↓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Claude  ·  ChatGPT  ·  OpenClaw  ·  Any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We’re not trying to build the most intelligent tool.</a:t>
            </a:r>
            <a:br/>
            <a:r>
              <a:t>We’re building the most important tool for intelligent systems to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note, every voice entry builds a richer personal data layer —</a:t>
            </a:r>
            <a:br/>
            <a:r>
              <a:t>not a flat text file, but a real graph that can be queried across months and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Capture thoughts in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Connect any AI via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AI already knows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Switching cost through genuine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Open source (AGPL-3.0)</a:t>
            </a:r>
            <a:br/>
            <a:r>
              <a:t>Local-first</a:t>
            </a:r>
            <a:br/>
            <a:r>
              <a:t>Public Benefit Corporation</a:t>
            </a:r>
            <a:br/>
            <a:br/>
            <a:r>
              <a:t>Your data is yours —</a:t>
            </a:r>
            <a:br/>
            <a:r>
              <a:t>portable, exportable, self-hostable.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363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776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sync + MCP access — your notes available to any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416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transcription + cleanup — server-side, better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37760"/>
            <a:ext cx="9601200" cy="50292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0566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AI reflections, vector search, and synthesis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We’re not competing with anyone’s AI subscription.</a:t>
            </a:r>
            <a:br/>
            <a:r>
              <a:t>$2/mo to make whatever AI you’re already paying for dramatically better.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017520"/>
          <a:ext cx="7498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users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75,000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~$480K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~$3M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costs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Infra + COGS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Total opex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~$160K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~$1.2M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100M+ AI users are all potential customers. Conservative given the scale of the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10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Working app with local voice transcription + graph-native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673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MCP server with Things, Tags, Tools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245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Functional pendant prototype (on stage today)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817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Daily beta launching this month · PBC incorporated in Colorado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017520"/>
            <a:ext cx="4572000" cy="2926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657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886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43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72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Server co-lead · Founding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257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486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715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launch</a:t>
            </a:r>
            <a:br/>
            <a:r>
              <a:t>the personal data layer.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Don’t compete with agents.</a:t>
            </a:r>
            <a:br/>
            <a:r>
              <a:t>Build what they all need.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