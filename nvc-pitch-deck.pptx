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OPEN PARACHUTE, PBC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4800" b="0">
                <a:solidFill>
                  <a:srgbClr val="2C2A26"/>
                </a:solidFill>
                <a:latin typeface="Georgia"/>
              </a:defRPr>
            </a:pPr>
            <a:r>
              <a:t>Technology should help us</a:t>
            </a:r>
            <a:br/>
            <a:r>
              <a:t>live fully — not demand</a:t>
            </a:r>
            <a:br/>
            <a:r>
              <a:t>we stop living to use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3891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I want to hike up a mountain, share my ideas as I walk,</a:t>
            </a:r>
            <a:br/>
            <a:r>
              <a:t>and come back down to a working app.</a:t>
            </a:r>
            <a:br/>
            <a:r>
              <a:t>But I also want to hold my nephew. Be outside. Live a full life.</a:t>
            </a:r>
            <a:br/>
            <a:r>
              <a:t>We shouldn't have to choose.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MA Ecopsychology · MS Creative Technology &amp; Design (CU ATLAS) · Founding engineer ×2 · Ex-Google · 10+ years full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126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Aaron Gabriel Neyer  ·  aaron@parachute.computer  ·  Boulder, 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Everyone is building</a:t>
            </a:r>
            <a:br/>
            <a:r>
              <a:t>personal AI computers.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Hundreds of millions of people already pay $20-200/month for AI tools.</a:t>
            </a:r>
            <a:br/>
            <a:r>
              <a:t>OpenClaw — 300K+ stars in 3 months. Claude Cowork. ZoComputer. Perplexity Computer. Manus.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6400" b="0">
                <a:solidFill>
                  <a:srgbClr val="4A7C59"/>
                </a:solidFill>
                <a:latin typeface="Georgia"/>
              </a:defRPr>
            </a:pPr>
            <a:r>
              <a:t>$50B+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4983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agentic AI market by 2030 · 44% CAGR</a:t>
            </a:r>
            <a:br/>
            <a:r>
              <a:t>OpenAI alone projects $200B revenue by 2030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The question isn't whether this market exists — it's who they'll trust.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OUR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Computer.</a:t>
            </a:r>
            <a:br/>
            <a:r>
              <a:t>The personal AI you can trust.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A full agentic computing platform — open source, local-first, self-hostable.</a:t>
            </a:r>
            <a:br/>
            <a:r>
              <a:t>Your data stays on your device. Use your own AI models.</a:t>
            </a:r>
            <a:br/>
            <a:r>
              <a:t>Knowledge graph that connects your journals, conversations, and thinking.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0292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 lot of people don't want to trust big corporations with their most personal data.</a:t>
            </a:r>
            <a:br/>
            <a:r>
              <a:t>Open source gives them a choice. AGPL-3.0 licensed. Fully transparent.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943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But most people don't want to self-host a server.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The other 95% just want</a:t>
            </a:r>
            <a:br/>
            <a:r>
              <a:t>something that works.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The artist who wants to organize creative ideas.</a:t>
            </a:r>
            <a:br/>
            <a:r>
              <a:t>The small business owner tracking their days.</a:t>
            </a:r>
            <a:br/>
            <a:r>
              <a:t>The parent who wants a better way to remember and reflect.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212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They need a system that learns them —</a:t>
            </a:r>
            <a:br/>
            <a:r>
              <a:t>not one that demands they learn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Daily.</a:t>
            </a:r>
            <a:br/>
            <a:r>
              <a:t>Just talk.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 voice-first journal.</a:t>
            </a:r>
            <a:br/>
            <a:br/>
            <a:r>
              <a:t>Speak into a wearable pendant or your phone —</a:t>
            </a:r>
            <a:br/>
            <a:r>
              <a:t>on a walk, in the car, wherever thinking happens.</a:t>
            </a:r>
            <a:br/>
            <a:br/>
            <a:r>
              <a:t>AI weaves through gently:</a:t>
            </a:r>
            <a:br/>
            <a:r>
              <a:t>  ·  Daily reflections on your entries</a:t>
            </a:r>
            <a:br/>
            <a:r>
              <a:t>  ·  Pattern recognition over time</a:t>
            </a:r>
            <a:br/>
            <a:r>
              <a:t>  ·  Weekly synthesis of your thinking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C2A26"/>
                </a:solidFill>
                <a:latin typeface="Calibri"/>
              </a:defRPr>
            </a:pPr>
            <a:r>
              <a:t>No learning curve. No technical sophistication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3200400"/>
            <a:ext cx="4114800" cy="274320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PENDANT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Wearable voice capture device.</a:t>
            </a:r>
            <a:br/>
            <a:br/>
            <a:r>
              <a:t>Go for a walk. Talk.</a:t>
            </a:r>
            <a:br/>
            <a:r>
              <a:t>Your thoughts become structured</a:t>
            </a:r>
            <a:br/>
            <a:r>
              <a:t>knowledge by the time you're home.</a:t>
            </a:r>
            <a:br/>
            <a:br/>
            <a:r>
              <a:t>Working prototype on stage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Context compounds.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Every day you use Parachute, your AI gets meaningfully better.</a:t>
            </a:r>
            <a:br/>
            <a:r>
              <a:t>No competitor can shortcut months of accumulated personal context.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2062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Start journaling in 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Build months of personal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1206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120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Upgrade to Parachute Computer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5778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577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Brain ingests your history instantly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60350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ourier New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6035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A7C59"/>
                </a:solidFill>
                <a:latin typeface="Georgia"/>
              </a:defRPr>
            </a:pPr>
            <a:r>
              <a:t>System already knows you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Open source is</a:t>
            </a:r>
            <a:br/>
            <a:r>
              <a:t>the trust foundation.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AGPL-3.0 licensed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32004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Fully transparent. Proprietary forks must share changes.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94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Local-first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7947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Your data on your device. Portable. Exportable. Yours.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389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Public Benefit Corporation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3891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Legal mandate to serve users, not just shareholders.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983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Software is no longer a moat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9834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Ideas get cloned in a day. Trust and context cannot.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Community as growth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5778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We're building a learning community around AI tools — users who learn together become power users who build for others.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Start free.</a:t>
            </a:r>
            <a:br/>
            <a:r>
              <a:t>Grow with every user.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9A9690"/>
                </a:solidFill>
                <a:latin typeface="Georgia"/>
              </a:defRPr>
            </a:pPr>
            <a:r>
              <a:t>Free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Offline journal + on-device transcription. Zero hosting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6B6860"/>
                </a:solidFill>
                <a:latin typeface="Georgia"/>
              </a:defRPr>
            </a:pPr>
            <a:r>
              <a:t>$1-2/mo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886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Cloud sync across devices. Your notes everywhere.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343400"/>
            <a:ext cx="9601200" cy="594360"/>
          </a:xfrm>
          <a:prstGeom prst="roundRect">
            <a:avLst/>
          </a:prstGeom>
          <a:solidFill>
            <a:srgbClr val="E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480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4A7C59"/>
                </a:solidFill>
                <a:latin typeface="Georgia"/>
              </a:defRPr>
            </a:pPr>
            <a:r>
              <a:t>$5/mo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526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Cloud transcription + AI reflections, synthesis, pattern surfacing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C2A26"/>
                </a:solidFill>
                <a:latin typeface="Georgia"/>
              </a:defRPr>
            </a:pPr>
            <a:r>
              <a:t>$20/mo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5166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Hosted Parachute Computer — full agentic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760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9A9690"/>
                </a:solidFill>
                <a:latin typeface="Calibri"/>
              </a:defRPr>
            </a:pPr>
            <a:r>
              <a:t>Free tier has zero hosting cost — no subsidizing free users.</a:t>
            </a:r>
            <a:br/>
            <a:r>
              <a:t>AI at $5/mo uses cost-efficient models. Margins are real and improve as model costs drop.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TEAM &amp;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Built from zero.</a:t>
            </a:r>
            <a:br/>
            <a:r>
              <a:t>Solo. No funding.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What exists today:</a:t>
            </a:r>
            <a:br/>
            <a:br/>
            <a:r>
              <a:t>  ·  Working server, app, and graph-native memory</a:t>
            </a:r>
            <a:br/>
            <a:r>
              <a:t>  ·  Local voice transcription (fully offline)</a:t>
            </a:r>
            <a:br/>
            <a:r>
              <a:t>  ·  Multi-agent system with trust tiers</a:t>
            </a:r>
            <a:br/>
            <a:r>
              <a:t>  ·  Telegram, Discord, Matrix connectors</a:t>
            </a:r>
            <a:br/>
            <a:r>
              <a:t>  ·  Functional pendant prototype</a:t>
            </a:r>
            <a:br/>
            <a:r>
              <a:t>  ·  Beta launching next month</a:t>
            </a:r>
            <a:br/>
            <a:r>
              <a:t>  ·  PBC incorporated in Colorado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3017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566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Aaron Gabriel Neyer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8221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Founder · Product &amp;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4114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Jon Bo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37083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Daily co-lead · Founding engineer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6634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Lucian Hymer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91947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Computer co-lead · Founding engineer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212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Marvin Melzer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4681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Hardware · Pendant prototype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760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Neil Yarnal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60167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Brand &amp; design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Profitable by year three.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3017520"/>
          <a:ext cx="74980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2026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Free + sync 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250,000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Paid subscribers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25,000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Avg rev / subscriber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~$7/mo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~$8/mo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MRR (end of year)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~$2,500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~$35,000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~$200,000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ARR (end of year)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~$420K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~$2.4M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Team (salaried)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5-6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9-10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Operating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~$900K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Funded to date: $0. Entire product built by founder with no outside funding.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$300K to reach revenue.</a:t>
            </a:r>
            <a:br/>
            <a:r>
              <a:t>Then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Instrument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SAFE (YC standard)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03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Valuation 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$5,000,000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Giving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&lt; 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709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4709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Core team full-time through 2026 → production launch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3035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2C2A26"/>
                </a:solidFill>
                <a:latin typeface="Georgia"/>
              </a:defRPr>
            </a:pPr>
            <a:r>
              <a:t>I want everyone to be able to hike up that mountain.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parachute.computer  ·  github.com/OpenParachutePBC  ·  aaron@parachute.computer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