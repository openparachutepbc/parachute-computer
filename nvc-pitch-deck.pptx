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OPEN PARACHUTE, PBC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2C2A26"/>
                </a:solidFill>
                <a:latin typeface="Georgia"/>
              </a:defRPr>
            </a:pPr>
            <a:r>
              <a:t>Technology should help us</a:t>
            </a:r>
            <a:br/>
            <a:r>
              <a:t>live fully — not demand</a:t>
            </a:r>
            <a:br/>
            <a:r>
              <a:t>we stop living to use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3891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I want to hike up a mountain, share my ideas as I walk,</a:t>
            </a:r>
            <a:br/>
            <a:r>
              <a:t>and come back down to a working app.</a:t>
            </a:r>
            <a:br/>
            <a:r>
              <a:t>But I also want to hold my nephew. Be outside. Live a full life.</a:t>
            </a:r>
            <a:br/>
            <a:r>
              <a:t>We shouldn't have to choose.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ATLAS) · Founding engineer ×2 · Ex-Google · 10+ years full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126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Boulder, 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building</a:t>
            </a:r>
            <a:br/>
            <a:r>
              <a:t>personal AI computers.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Hundreds of millions of people already pay $20-200/month for AI tools.</a:t>
            </a:r>
            <a:br/>
            <a:r>
              <a:t>OpenClaw — 300K+ stars in 3 months. Claude Cowork. ZoComputer. Perplexity Computer. Manus.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4983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  <a:br/>
            <a:r>
              <a:t>OpenAI alone projects $200B revenue by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 question isn't whether this market exists — it's who they'll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 other 95% have</a:t>
            </a:r>
            <a:br/>
            <a:r>
              <a:t>no way 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The artist who wants to organize creative ideas.</a:t>
            </a:r>
            <a:br/>
            <a:r>
              <a:t>The small business owner tracking their days.</a:t>
            </a:r>
            <a:br/>
            <a:r>
              <a:t>The parent who wants a better way to remember and reflect.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212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They need a system that learns them —</a:t>
            </a:r>
            <a:br/>
            <a:r>
              <a:t>not one that demands they learn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AI weaves through gently:</a:t>
            </a:r>
            <a:br/>
            <a:r>
              <a:t>  ·  Daily reflections on your entries</a:t>
            </a:r>
            <a:br/>
            <a:r>
              <a:t>  ·  Pattern recognition over time</a:t>
            </a:r>
            <a:br/>
            <a:r>
              <a:t>  ·  Weekly synthesis of your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Calibri"/>
              </a:defRPr>
            </a:pPr>
            <a:r>
              <a:t>No learning curve. No technical sophistication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Go for a walk. Talk.</a:t>
            </a:r>
            <a:br/>
            <a:r>
              <a:t>Your thoughts become structured</a:t>
            </a:r>
            <a:br/>
            <a:r>
              <a:t>knowledge by the time you're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day you use Parachute, your AI gets meaningfully better.</a:t>
            </a:r>
            <a:br/>
            <a:r>
              <a:t>No competitor can shortcut months of accumulated personal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Start journaling in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Upgrade to Parachute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Brain ingests your history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System already knows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Open source is</a:t>
            </a:r>
            <a:br/>
            <a:r>
              <a:t>the trust foundation.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AGPL-3.0 licensed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200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Fully transparent. Proprietary forks must share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Local-first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7947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Your data on your device. Portable. Exportable. Yours.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Public Benefit Corporation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3891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Legal mandate to serve users, not just shareholders.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Software is no longer a moat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983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Ideas get cloned in a day. Trust and context cannot.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Community as growth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5778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We're building a learning community around AI tools — users who learn together become power users who build for others.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B6860"/>
                </a:solidFill>
                <a:latin typeface="Georgia"/>
              </a:defRPr>
            </a:pPr>
            <a:r>
              <a:t>$1-2/mo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sync across devices. Your notes everywhere.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9601200" cy="59436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4A7C59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526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transcription + AI reflections, synthesis, pattern surfacing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C2A26"/>
                </a:solidFill>
                <a:latin typeface="Georgia"/>
              </a:defRPr>
            </a:pPr>
            <a:r>
              <a:t>$20/mo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166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Hosted Parachute Computer — full agentic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760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Free tier has zero hosting cost — no subsidizing free users.</a:t>
            </a:r>
            <a:br/>
            <a:r>
              <a:t>AI at $5/mo uses cost-efficient models. Margins are real and improve as model costs drop.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Built from zero.</a:t>
            </a:r>
            <a:br/>
            <a:r>
              <a:t>Solo. No funding.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What exists today:</a:t>
            </a:r>
            <a:br/>
            <a:br/>
            <a:r>
              <a:t>  ·  Working server, app, and graph-native memory</a:t>
            </a:r>
            <a:br/>
            <a:r>
              <a:t>  ·  Local voice transcription (fully offline)</a:t>
            </a:r>
            <a:br/>
            <a:r>
              <a:t>  ·  Multi-agent system with trust tiers</a:t>
            </a:r>
            <a:br/>
            <a:r>
              <a:t>  ·  Telegram, Discord, Matrix connectors</a:t>
            </a:r>
            <a:br/>
            <a:r>
              <a:t>  ·  Functional pendant prototype</a:t>
            </a:r>
            <a:br/>
            <a:r>
              <a:t>  ·  Beta launching next month</a:t>
            </a:r>
            <a:br/>
            <a:r>
              <a:t>  ·  PBC incorporated in Colorado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566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822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114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3708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663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91947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Computer co-lead · Founding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212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468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60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60167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3017520"/>
          <a:ext cx="7498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+ sync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~$7/mo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MRR (end of year)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~$2,500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~$35,000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~$200,000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 (end of year)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~$2.4M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(salaried)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5-6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9-10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Operating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~$900K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Funded to date: $0. Entire product built by founder with no outside funding.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$300K to reach revenue.</a:t>
            </a:r>
            <a:br/>
            <a:r>
              <a:t>Then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Valuation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$5,000,000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Giving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&lt;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Core team full-time through 2026 → production launch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I want everyone to be able to hike up that mountain.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parachute.computer  ·  github.com/OpenParachutePBC  ·  aaron@parachute.computer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