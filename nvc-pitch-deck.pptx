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OPEN PARACHUTE, PBC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600" b="0">
                <a:solidFill>
                  <a:srgbClr val="2C2A26"/>
                </a:solidFill>
                <a:latin typeface="Georgia"/>
              </a:defRPr>
            </a:pPr>
            <a:r>
              <a:t>The most powerful technologies</a:t>
            </a:r>
            <a:br/>
            <a:r>
              <a:t>in a generation are emerging.</a:t>
            </a:r>
            <a:br/>
            <a:r>
              <a:t>Balance and choice should be</a:t>
            </a:r>
            <a:br/>
            <a:r>
              <a:t>built in from the start.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I want to hike up a mountain, share my ideas as I walk,</a:t>
            </a:r>
            <a:br/>
            <a:r>
              <a:t>and come back down to a working app.</a:t>
            </a:r>
            <a:br/>
            <a:r>
              <a:t>But I also want to hold my nephew. Be outside. Live a full life.</a:t>
            </a:r>
            <a:br/>
            <a:r>
              <a:t>Technology should support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126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Over 100 million people already pay $20+/month for AI — including 50M+ ChatGPT Pro subscribers.</a:t>
            </a:r>
            <a:br/>
            <a:r>
              <a:t>OpenClaw — 300K+ stars in 3 months. Claude Cowork. ZoComputer. Perplexity Computer. Manus.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983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  <a:br/>
            <a:r>
              <a:t>OpenAI alone projects $200B revenue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 question isn't whether this market exists — it's who they'll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Computer.</a:t>
            </a:r>
            <a:br/>
            <a:r>
              <a:t>The personal AI you can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A full agentic computing platform — open source, local-first, self-hostable.</a:t>
            </a:r>
            <a:br/>
            <a:r>
              <a:t>Your data stays on your device. Use your own AI models.</a:t>
            </a:r>
            <a:br/>
            <a:r>
              <a:t>Knowledge graph that connects your journals, conversations, and thinking.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029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lot of people don't want to trust big corporations with their most personal data.</a:t>
            </a:r>
            <a:br/>
            <a:r>
              <a:t>Open source gives them a choice. AGPL-3.0 licensed. Fully transparent.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But most people don't want to self-host a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just want</a:t>
            </a:r>
            <a:br/>
            <a:r>
              <a:t>something that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They need a system that learns them —</a:t>
            </a:r>
            <a:br/>
            <a:r>
              <a:t>not one that demands they learn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Open source is</a:t>
            </a:r>
            <a:br/>
            <a:r>
              <a:t>the trust foundation.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AGPL-3.0 licensed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Fully transparent. Proprietary forks must share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Local-first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on your device. Portable. Exportable.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Public Benefit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Legal mandate to serve users, not just shareholders.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Software is no longer a 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983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Ideas get cloned in a day. Trust and context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Community as growth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77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We're building a learning community around AI tools — users who learn together become power users who build for others.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transcription + AI — reflections, synthesis, pattern surfacing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$40/mo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 with bundled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at $10/mo uses cost-efficient models. Margins are real and improve as model costs drop.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Bootstrapped.</a:t>
            </a:r>
            <a:br/>
            <a:r>
              <a:t>Zero funding.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What exists today:</a:t>
            </a:r>
            <a:br/>
            <a:br/>
            <a:r>
              <a:t>  ·  Working server, app, and graph-native memory</a:t>
            </a:r>
            <a:br/>
            <a:r>
              <a:t>  ·  Local voice transcription (fully offline)</a:t>
            </a:r>
            <a:br/>
            <a:r>
              <a:t>  ·  Multi-agent system with trust tiers</a:t>
            </a:r>
            <a:br/>
            <a:r>
              <a:t>  ·  Telegram, Discord, Matrix connectors</a:t>
            </a:r>
            <a:br/>
            <a:r>
              <a:t>  ·  Functional pendant prototype</a:t>
            </a:r>
            <a:br/>
            <a:r>
              <a:t>  ·  Beta launching next month</a:t>
            </a:r>
            <a:br/>
            <a:r>
              <a:t>  ·  PBC incorporated in Colorado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822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3708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9194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68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~$12/mo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~$14/mo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~$60,000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~$4.2M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Funded to date: $0. Entire product built by founder with no outside funding.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$300K to reach revenue.</a:t>
            </a:r>
            <a:br/>
            <a:r>
              <a:t>Then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Valuation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Giving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&lt;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 → production launch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Open source. Local-first.</a:t>
            </a:r>
            <a:br/>
            <a:r>
              <a:t>Balance and choice — from the foundation.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  ·  aaron@parachute.computer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