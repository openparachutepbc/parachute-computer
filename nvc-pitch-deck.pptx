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OPEN PARACHUTE, PBC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rgbClr val="2C2A26"/>
                </a:solidFill>
                <a:latin typeface="Georgia"/>
              </a:defRPr>
            </a:pPr>
            <a:r>
              <a:t>I want to hike up a mountain,</a:t>
            </a:r>
            <a:br/>
            <a:r>
              <a:t>share my ideas as I walk,</a:t>
            </a:r>
            <a:br/>
            <a:r>
              <a:t>and come back down</a:t>
            </a:r>
            <a:br/>
            <a:r>
              <a:t>to a working app.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That dream is closer to real than it's ever been.</a:t>
            </a:r>
            <a:br/>
            <a:r>
              <a:t>But I also want to hold my nephew. Be outside. Live a full life.</a:t>
            </a:r>
            <a:br/>
            <a:r>
              <a:t>Parachute exists because we shouldn't have to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building</a:t>
            </a:r>
            <a:br/>
            <a:r>
              <a:t>personal AI computers.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OpenClaw — 300K+ GitHub stars in 3 months. Claude Cowork — recurring agents, messaging via Telegram.</a:t>
            </a:r>
            <a:br/>
            <a:r>
              <a:t>ZoComputer. Perplexity Computer. Manus. The race is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$16B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49834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market today</a:t>
            </a:r>
            <a:br/>
            <a:r>
              <a:t>$268B by 2035 · 41% CAGR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But they're all building for the 5% who are already bought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 other 95% have</a:t>
            </a:r>
            <a:br/>
            <a:r>
              <a:t>no way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The artist who wants to organize creative ideas.</a:t>
            </a:r>
            <a:br/>
            <a:r>
              <a:t>The small business owner tracking their days.</a:t>
            </a:r>
            <a:br/>
            <a:r>
              <a:t>The parent who wants a better way to remember and reflect.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Calibri"/>
              </a:defRPr>
            </a:pPr>
            <a:r>
              <a:t>They're not going to adopt a full agentic computer cold.</a:t>
            </a:r>
            <a:br/>
            <a:r>
              <a:t>They need a bridge.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AI weaves through gently:</a:t>
            </a:r>
            <a:br/>
            <a:r>
              <a:t>  ·  Daily reflections on your entries</a:t>
            </a:r>
            <a:br/>
            <a:r>
              <a:t>  ·  Pattern recognition over time</a:t>
            </a:r>
            <a:br/>
            <a:r>
              <a:t>  ·  Weekly synthesis of your thinking</a:t>
            </a:r>
            <a:br/>
            <a:br/>
            <a:r>
              <a:t>No learning curve. No technical sophistication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2743200"/>
            <a:ext cx="4114800" cy="347472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31089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35661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Go for a walk. Talk.</a:t>
            </a:r>
            <a:br/>
            <a:r>
              <a:t>Your thoughts become structured</a:t>
            </a:r>
            <a:br/>
            <a:r>
              <a:t>knowledge by the time you're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day you use Parachute, your AI gets meaningfully better.</a:t>
            </a:r>
            <a:br/>
            <a:r>
              <a:t>No competitor can shortcut months of accumulated personal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Start journaling in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Upgrade to Parachute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Brain ingests your history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System already knows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Open source is</a:t>
            </a:r>
            <a:br/>
            <a:r>
              <a:t>the trust foundation.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AGPL-3.0 licensed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200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Fully transparent. Proprietary forks must share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Local-first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7947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data on your device. Portable. Exportable.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Public Benefit Corporation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891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Legal mandate to serve users, not just shareholders.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Software is no longer a moat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983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Ideas get cloned in a day. Trust and context cannot.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Community as growth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5778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We're building a learning community around AI tools — users who learn together become power users who build for others.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Offline journal, local transcription, no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B6860"/>
                </a:solidFill>
                <a:latin typeface="Georgia"/>
              </a:defRPr>
            </a:pPr>
            <a:r>
              <a:t>$1-2/mo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sync + transcription. AI starts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9601200" cy="59436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4A7C59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Daily reflections, synthesis, pattern surfacing — the sweet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C2A26"/>
                </a:solidFill>
                <a:latin typeface="Georgia"/>
              </a:defRPr>
            </a:pPr>
            <a:r>
              <a:t>$20/mo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166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Hosted Parachute Computer — full agentic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60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Free tier has zero hosting cost — no subsidizing free users.</a:t>
            </a:r>
            <a:br/>
            <a:r>
              <a:t>AI inference at $2-5 tiers uses cost-efficient models (Nvidia Nemotron). Margins are real.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Small, capable, committed.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 · CU ATLAS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29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3429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engineer, multiple startups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840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6860"/>
                </a:solidFill>
                <a:latin typeface="Calibri"/>
              </a:defRPr>
            </a:pPr>
            <a:r>
              <a:t>Computer co-lead · Founding engineer, multiple startups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51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6860"/>
                </a:solidFill>
                <a:latin typeface="Calibri"/>
              </a:defRPr>
            </a:pPr>
            <a:r>
              <a:t>Hardware · Pendant prototype · ATLAS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0175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4A7C59"/>
                </a:solidFill>
                <a:latin typeface="Georgia"/>
              </a:defRPr>
            </a:pPr>
            <a:r>
              <a:t>200+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6576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A9690"/>
                </a:solidFill>
                <a:latin typeface="Calibri"/>
              </a:defRPr>
            </a:pPr>
            <a:r>
              <a:t>PRs merged</a:t>
            </a:r>
            <a:br/>
            <a:r>
              <a:t>since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0175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4A7C59"/>
                </a:solidFill>
                <a:latin typeface="Georgia"/>
              </a:defRPr>
            </a:pPr>
            <a:r>
              <a:t>300+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6576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A9690"/>
                </a:solidFill>
                <a:latin typeface="Calibri"/>
              </a:defRPr>
            </a:pPr>
            <a:r>
              <a:t>Community</a:t>
            </a:r>
            <a:br/>
            <a:r>
              <a:t>members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30175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4A7C59"/>
                </a:solidFill>
                <a:latin typeface="Georgia"/>
              </a:defRPr>
            </a:pPr>
            <a: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36576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A9690"/>
                </a:solidFill>
                <a:latin typeface="Calibri"/>
              </a:defRPr>
            </a:pPr>
            <a:r>
              <a:t>LVB cohort</a:t>
            </a:r>
            <a:br/>
            <a:r>
              <a:t>builders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017520"/>
          <a:ext cx="7498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+ sync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~$7/mo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MRR (end of year)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~$2,500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~$35,000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~$200,000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 (end of 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~$2.4M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(salaried)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5-6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9-10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Operating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~$900K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Funded to date: $0. Entire product built by founder with no outside funding.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$300K to reach revenue.</a:t>
            </a:r>
            <a:br/>
            <a:r>
              <a:t>Then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Valuation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$5,000,000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Giving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&lt;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Core team full-time through 2026 → production launch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I want everyone to be able to hike up that mountain.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parachute.computer  ·  github.com/OpenParachutePBC  ·  aaron@parachute.computer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